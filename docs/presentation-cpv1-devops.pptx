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000000"/>
                </a:solidFill>
                <a:latin typeface="DejaVu Sans"/>
              </a:defRPr>
            </a:pPr>
            <a:r>
              <a:t>КУРСОВОЙ ПРОЕКТ ПО ДИСЦИПЛИНЕ «DEVOPS»</a:t>
            </a:r>
          </a:p>
          <a:p>
            <a:pPr>
              <a:spcAft>
                <a:spcPts val="1800"/>
              </a:spcAft>
              <a:defRPr sz="3000" b="1">
                <a:solidFill>
                  <a:srgbClr val="000000"/>
                </a:solidFill>
                <a:latin typeface="DejaVu Sans"/>
              </a:defRPr>
            </a:pPr>
            <a:r>
              <a:t>Развертывание и управление контейнеризированным веб-приложением в облачной среде</a:t>
            </a:r>
          </a:p>
          <a:p>
            <a:pPr>
              <a:spcAft>
                <a:spcPts val="3600"/>
              </a:spcAft>
              <a:defRPr sz="1800">
                <a:solidFill>
                  <a:srgbClr val="000000"/>
                </a:solidFill>
                <a:latin typeface="DejaVu Sans"/>
              </a:defRPr>
            </a:pPr>
            <a:r>
              <a:t>Веб-приложение защищенной фотогалереи с клиентским шифрованием и хранением данных в Google Drive</a:t>
            </a:r>
          </a:p>
          <a:p>
            <a:pPr>
              <a:defRPr sz="1400">
                <a:solidFill>
                  <a:srgbClr val="000000"/>
                </a:solidFill>
                <a:latin typeface="DejaVu Sans"/>
              </a:defRPr>
            </a:pPr>
            <a:r>
              <a:t>Тема №35 (резервная №5 — многоконтейнерная система на Docker Compose)</a:t>
            </a:r>
            <a:br/>
            <a:r>
              <a:t>Команда: 3 студента | Срок реализации: 8 недель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DejaVu Sans"/>
              </a:defRPr>
            </a:pPr>
            <a:r>
              <a:t>Актуальность, проблемы, решения, цель и методы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52044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26463"/>
            <a:ext cx="3154680" cy="3182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0000"/>
                </a:solidFill>
                <a:latin typeface="DejaVu Sans"/>
              </a:defRPr>
            </a:pPr>
            <a:r>
              <a:t>Актуальность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Облачные сервисы (Google Drive, Photos) не дают сквозного шифрования с ключами только у владельца.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Криптохранилища неудобны для просмотра фото, а свои серверы (Immich) дороги в обслуживании.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DevOps-автоматизация нужна для надежной сборки, тестов и развертывания.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280160"/>
            <a:ext cx="352044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7136" y="1426463"/>
            <a:ext cx="3154680" cy="3182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0000"/>
                </a:solidFill>
                <a:latin typeface="DejaVu Sans"/>
              </a:defRPr>
            </a:pPr>
            <a:r>
              <a:t>Проблемы в области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Нет полного контроля над приватностью фото в облаке.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Выбор между защитой файлов и удобством фотогалереи.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Затраты на поддержку собственной серверной инфраструктуры.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Отсутствие единого легкого решения.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Ошибки при ручном развертывании и командной разработке.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2" y="1280160"/>
            <a:ext cx="352044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426463"/>
            <a:ext cx="3154680" cy="3182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0000"/>
                </a:solidFill>
                <a:latin typeface="DejaVu Sans"/>
              </a:defRPr>
            </a:pPr>
            <a:r>
              <a:t>Решения в проекте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Шифрование фото прямо в браузере до отправки в облако.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Бесплатное хранение зашифрованных файлов в Google Drive.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Просмотр галереи в браузере и восстановление доступа по секрету.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Автоматическая сборка, проверка и запуск в контейнерах.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37760"/>
            <a:ext cx="11091672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84064"/>
            <a:ext cx="10725912" cy="12161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0000"/>
                </a:solidFill>
                <a:latin typeface="DejaVu Sans"/>
              </a:defRPr>
            </a:pPr>
            <a:r>
              <a:t>Цель и методы проекта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Цель: разработать и развернуть на облачном сервере контейнеризированную веб-галерею с клиентским шифрованием и автоматическим контуром CI/CD.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DejaVu Sans"/>
              </a:defRPr>
            </a:pPr>
            <a:r>
              <a:t>• Методы: проверка прототипа (PoC), контейнеризация сервисов, непрерывная интеграция и автотесты безопасности.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DejaVu Sans"/>
              </a:defRPr>
            </a:pPr>
            <a:r>
              <a:t>Модели исследования, методы проектирования, технологии и инструменты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9496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26463"/>
            <a:ext cx="5029200" cy="2130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00000"/>
                </a:solidFill>
                <a:latin typeface="DejaVu Sans"/>
              </a:defRPr>
            </a:pPr>
            <a:r>
              <a:t>1. Модели исследования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DejaVu Sans"/>
              </a:defRPr>
            </a:pPr>
            <a:r>
              <a:t>• Модель угроз: облачное хранилище не видит открытых фото, пароля и ключей.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DejaVu Sans"/>
              </a:defRPr>
            </a:pPr>
            <a:r>
              <a:t>• Оценка видимости данных: скрыты само изображение и метаданные файла.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DejaVu Sans"/>
              </a:defRPr>
            </a:pPr>
            <a:r>
              <a:t>• Экспериментальный прототип (PoC): проверка шифрования, загрузки и восстановления.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1280160"/>
            <a:ext cx="539496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26463"/>
            <a:ext cx="5029200" cy="2130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00000"/>
                </a:solidFill>
                <a:latin typeface="DejaVu Sans"/>
              </a:defRPr>
            </a:pPr>
            <a:r>
              <a:t>2. Методы проектирования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DejaVu Sans"/>
              </a:defRPr>
            </a:pPr>
            <a:r>
              <a:t>• Микросервисная схема из 3 контейнеров: прокси, фронтенд и бэкенд.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DejaVu Sans"/>
              </a:defRPr>
            </a:pPr>
            <a:r>
              <a:t>• Два режима работы хранилища: Google Drive и тестовая песочница для автотестов.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DejaVu Sans"/>
              </a:defRPr>
            </a:pPr>
            <a:r>
              <a:t>• Двухуровневая защита ключей: мастер-ключ шифруется паролем пользователя.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539496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78224"/>
            <a:ext cx="5029200" cy="2221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00000"/>
                </a:solidFill>
                <a:latin typeface="DejaVu Sans"/>
              </a:defRPr>
            </a:pPr>
            <a:r>
              <a:t>3. ИТ-технологии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DejaVu Sans"/>
              </a:defRPr>
            </a:pPr>
            <a:r>
              <a:t>• Стандартное браузерное шифрование (Web Crypto API, AES-256).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DejaVu Sans"/>
              </a:defRPr>
            </a:pPr>
            <a:r>
              <a:t>• Авторизация и работа с облаком через Google OAuth 2.0 и Google Drive API.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DejaVu Sans"/>
              </a:defRPr>
            </a:pPr>
            <a:r>
              <a:t>• Защищенное соединение HTTPS и политика безопасности браузера (CSP).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3931920"/>
            <a:ext cx="539496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078224"/>
            <a:ext cx="5029200" cy="2221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000000"/>
                </a:solidFill>
                <a:latin typeface="DejaVu Sans"/>
              </a:defRPr>
            </a:pPr>
            <a:r>
              <a:t>4. Программные инструменты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DejaVu Sans"/>
              </a:defRPr>
            </a:pPr>
            <a:r>
              <a:t>• Контейнеры и оркестрация: Docker, Docker Compose.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DejaVu Sans"/>
              </a:defRPr>
            </a:pPr>
            <a:r>
              <a:t>• Веб-серверы и приложение: Caddy, Nginx, Node.js, JavaScript.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DejaVu Sans"/>
              </a:defRPr>
            </a:pPr>
            <a:r>
              <a:t>• Командная разработка и CI/CD: Git, GitHub Actions, автотесты.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